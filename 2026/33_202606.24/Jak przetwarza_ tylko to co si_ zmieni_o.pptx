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65" r:id="rId3"/>
    <p:sldId id="257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8B2D59-08F3-461C-9E94-2BDE4E621F46}" v="14" dt="2026-05-08T20:05:08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09" autoAdjust="0"/>
  </p:normalViewPr>
  <p:slideViewPr>
    <p:cSldViewPr snapToGrid="0">
      <p:cViewPr varScale="1">
        <p:scale>
          <a:sx n="150" d="100"/>
          <a:sy n="150" d="100"/>
        </p:scale>
        <p:origin x="702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046E8-D4CE-2F58-1510-F9C515512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355C5C-17E7-BAFE-2DE1-B2D645514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32DA2-9F3D-CBEC-4755-6E1918EF7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 dirty="0"/>
              <a:t>11.02.2025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9CE76-640E-5157-7B51-6A9305B8C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SQLDay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BD15F-ED34-89FB-D132-ACE11214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C9673-DAC0-4DBB-9445-A813F54D20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683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25EA-0E57-B9F1-AC24-990C20A0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9B0-CA2E-970B-8434-A2AF7752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F931-E3C1-1E0C-C038-6A1262E8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CAE79-9B1B-D6B6-2729-9A5E2B9E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SQLDay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88A7-4D4B-E298-37B1-F77B3916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04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25EA-0E57-B9F1-AC24-990C20A0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9B0-CA2E-970B-8434-A2AF7752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F931-E3C1-1E0C-C038-6A1262E8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CAE79-9B1B-D6B6-2729-9A5E2B9E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SQLDay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88A7-4D4B-E298-37B1-F77B3916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969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25EA-0E57-B9F1-AC24-990C20A0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9B0-CA2E-970B-8434-A2AF7752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F931-E3C1-1E0C-C038-6A1262E8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CAE79-9B1B-D6B6-2729-9A5E2B9E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SQLDay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88A7-4D4B-E298-37B1-F77B3916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95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25EA-0E57-B9F1-AC24-990C20A0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9B0-CA2E-970B-8434-A2AF7752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F931-E3C1-1E0C-C038-6A1262E8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CAE79-9B1B-D6B6-2729-9A5E2B9E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SQLDay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88A7-4D4B-E298-37B1-F77B3916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284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25EA-0E57-B9F1-AC24-990C20A0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9B0-CA2E-970B-8434-A2AF7752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F931-E3C1-1E0C-C038-6A1262E8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CAE79-9B1B-D6B6-2729-9A5E2B9E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SQLDay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88A7-4D4B-E298-37B1-F77B3916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944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25EA-0E57-B9F1-AC24-990C20A0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9B0-CA2E-970B-8434-A2AF7752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F931-E3C1-1E0C-C038-6A1262E8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CAE79-9B1B-D6B6-2729-9A5E2B9E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SQLDay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88A7-4D4B-E298-37B1-F77B3916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32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25EA-0E57-B9F1-AC24-990C20A0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9B0-CA2E-970B-8434-A2AF7752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F931-E3C1-1E0C-C038-6A1262E8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CAE79-9B1B-D6B6-2729-9A5E2B9E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SQLDay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88A7-4D4B-E298-37B1-F77B3916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655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71FD6-33E0-2040-45C9-164DEC5A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BDA95-0DDB-08BC-079E-0F75B082E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560B5-F692-EDD5-6D04-D9A5EE7C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17E0E-5288-F7B7-8530-D3F6A9DE3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SQLDay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AA9C9-DC12-1035-8CEB-55828072D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52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863A-C6E3-2A45-6E79-3EAD718C0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A9438-72B6-1420-F28B-4C31D93B29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30CCC-4C22-5A33-5E30-D47024D61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FC9A7-FF49-4545-B2D5-672A0F4E5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SQLDay 2025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9CF51-49D9-00BB-B689-26C03AB6A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88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69D5F-480F-8497-ED83-BA0FB63DE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865057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475AD-A3DA-6F7F-DEE3-4A0D55FFD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50444-C4B7-BF77-E77E-32363E5DE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2C262-6AE0-AAE5-11C9-FDF32E4CE8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637F91-2EC2-E4F2-334F-4C0C1AAE2A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BDF604-7A2C-09FA-748F-0AA262B03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5CDB47-8ECC-918D-17AB-7EABD2920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SQLDay 2025</a:t>
            </a:r>
            <a:endParaRPr lang="en-US" dirty="0"/>
          </a:p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E7ED50-068B-EB42-17A0-EF4332862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653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62BD0-3E8F-915C-23F3-4FFF40C28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57ABD-964D-D1CB-61C2-086DBC52B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639E-E6C4-F10B-274F-ECD5D6F9B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SQLDay 2025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8FADB-9722-FDB8-B825-864C61B9F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47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D2912-2EB3-7935-32F8-6C235A03F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E4228-55C4-BA66-9130-8E67E9D39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126836"/>
            <a:ext cx="6172200" cy="473421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ACB25-3607-0C37-09BE-F9B3381E7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49070-EE56-FD1E-9EE1-4782C9086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91F71-1703-5E8F-1C8A-AAA2026B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SQLDay 2025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BC3BA-9DAF-76B5-0592-BF039C40B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64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6C3EE-DD3D-CC0A-9622-34AF2925E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6F5ECF-C541-6FC8-65E5-0C48F86A9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17600"/>
            <a:ext cx="6172200" cy="4743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8BC86-F3CB-0712-0F2B-63F3D994B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008B2-EEFD-36BF-E8C7-B270B96BA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7105F-11BE-92C7-4A21-3AA3CF934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SQLDay 2025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93FA3-679C-7B34-E566-8D1680AA9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093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B6F395-F0CD-D071-58F0-98D923414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E10D7-DCE6-9773-E24E-4EBCF2607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SQLDay 2025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3F035-63A4-992E-886B-D827C2C86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179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764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720FCF-99F2-7A24-42F1-EBD4F3377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6475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20CC-F572-DE62-0AAB-CCC457410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A2F9E-3C55-8F8A-D67A-7C9AA57BE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l-PL" dirty="0"/>
              <a:t>11.02.2025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8732D-4FFE-1FB3-4CFA-9B128DD83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l-PL" dirty="0"/>
              <a:t>SQLDay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B36AF-2FAC-96CE-CCF7-B6189B2DE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28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51" r:id="rId9"/>
    <p:sldLayoutId id="2147483652" r:id="rId10"/>
    <p:sldLayoutId id="2147483653" r:id="rId11"/>
    <p:sldLayoutId id="2147483654" r:id="rId12"/>
    <p:sldLayoutId id="2147483656" r:id="rId13"/>
    <p:sldLayoutId id="2147483657" r:id="rId14"/>
    <p:sldLayoutId id="2147483658" r:id="rId15"/>
    <p:sldLayoutId id="214748365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swald" pitchFamily="2" charset="-18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swald" pitchFamily="2" charset="-18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swald" pitchFamily="2" charset="-18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swald" pitchFamily="2" charset="-18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swald" pitchFamily="2" charset="-18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swald" pitchFamily="2" charset="-18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piotr-tybulewicz" TargetMode="External"/><Relationship Id="rId2" Type="http://schemas.openxmlformats.org/officeDocument/2006/relationships/hyperlink" Target="https://www.youtube.com/@TybulOnAzur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C3F91-B0F6-F32C-9685-D17905EA71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l-PL" b="1" dirty="0"/>
              <a:t>Jak przetwarzać tylko to, </a:t>
            </a:r>
            <a:br>
              <a:rPr lang="en-US" b="1" dirty="0"/>
            </a:br>
            <a:r>
              <a:rPr lang="pl-PL" b="1" dirty="0"/>
              <a:t>co się zmieniło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95A24-37C0-A695-CCE7-96772F485F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Piotr Tybulewicz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48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a 12">
            <a:extLst>
              <a:ext uri="{FF2B5EF4-FFF2-40B4-BE49-F238E27FC236}">
                <a16:creationId xmlns:a16="http://schemas.microsoft.com/office/drawing/2014/main" id="{1EFFD7C3-7574-97DD-E29F-BA8A6CA476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94868" y="527050"/>
            <a:ext cx="9202263" cy="554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777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E55460-8A90-5580-E513-0693E23AD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3592B9-9D08-4CC5-79E0-4715D66CE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Piotr Tybulewicz</a:t>
            </a:r>
          </a:p>
          <a:p>
            <a:r>
              <a:rPr lang="en-US" dirty="0"/>
              <a:t>Senior Solutions Architect w C&amp;F</a:t>
            </a:r>
          </a:p>
          <a:p>
            <a:r>
              <a:rPr lang="pl-PL" dirty="0"/>
              <a:t>Od </a:t>
            </a:r>
            <a:r>
              <a:rPr lang="en-US" dirty="0"/>
              <a:t>20 </a:t>
            </a:r>
            <a:r>
              <a:rPr lang="pl-PL" dirty="0"/>
              <a:t>lat pracuję z danymi, BI i analityką</a:t>
            </a:r>
            <a:endParaRPr lang="en-US" dirty="0"/>
          </a:p>
          <a:p>
            <a:r>
              <a:rPr lang="pl-PL" dirty="0"/>
              <a:t>Projektuję i migruję platformy danych na </a:t>
            </a:r>
            <a:r>
              <a:rPr lang="pl-PL" dirty="0" err="1"/>
              <a:t>Azure</a:t>
            </a:r>
            <a:endParaRPr lang="en-US" dirty="0"/>
          </a:p>
          <a:p>
            <a:r>
              <a:rPr lang="en-US" noProof="0" dirty="0"/>
              <a:t>YouTube: </a:t>
            </a:r>
            <a:r>
              <a:rPr lang="en-US" dirty="0">
                <a:hlinkClick r:id="rId2"/>
              </a:rPr>
              <a:t>https://www.youtube.com/@TybulOnAzure</a:t>
            </a:r>
            <a:endParaRPr lang="en-US" dirty="0"/>
          </a:p>
          <a:p>
            <a:r>
              <a:rPr lang="en-US" dirty="0"/>
              <a:t>LinkedIn: </a:t>
            </a:r>
            <a:r>
              <a:rPr lang="en-US" dirty="0">
                <a:hlinkClick r:id="rId3"/>
              </a:rPr>
              <a:t>https://www.linkedin.com/in/piotr-tybulewicz</a:t>
            </a: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0D4F69-DD93-E7B3-726B-2FD4E90F7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4682" y="1195453"/>
            <a:ext cx="1642815" cy="16163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50CE90-ADBC-9E4D-5F5B-C4677254F1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8098" y="1195453"/>
            <a:ext cx="1642816" cy="1645218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B00116B-FE16-6C34-CD12-FA644600932C}"/>
              </a:ext>
            </a:extLst>
          </p:cNvPr>
          <p:cNvSpPr/>
          <p:nvPr/>
        </p:nvSpPr>
        <p:spPr>
          <a:xfrm>
            <a:off x="8606706" y="1914618"/>
            <a:ext cx="652182" cy="1779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utoShape 2" descr="Image preview">
            <a:extLst>
              <a:ext uri="{FF2B5EF4-FFF2-40B4-BE49-F238E27FC236}">
                <a16:creationId xmlns:a16="http://schemas.microsoft.com/office/drawing/2014/main" id="{C7874C06-63A4-1EB5-A994-8B2DB44EA0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6030BF-019C-2AFB-78C4-E0C36F40E2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497" y="3429000"/>
            <a:ext cx="2648914" cy="264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621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404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342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Oswald</vt:lpstr>
      <vt:lpstr>Office Theme</vt:lpstr>
      <vt:lpstr>Jak przetwarzać tylko to,  co się zmieniło</vt:lpstr>
      <vt:lpstr>PowerPoint Presentation</vt:lpstr>
      <vt:lpstr>About 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2025-02-11T18:44:02Z</dcterms:created>
  <dcterms:modified xsi:type="dcterms:W3CDTF">2026-05-10T17:09:08Z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ec0d89-ee46-4756-8025-832435e8ac0d_Enabled">
    <vt:lpwstr>true</vt:lpwstr>
  </property>
  <property fmtid="{D5CDD505-2E9C-101B-9397-08002B2CF9AE}" pid="3" name="MSIP_Label_b1ec0d89-ee46-4756-8025-832435e8ac0d_SetDate">
    <vt:lpwstr>2026-05-10T17:09:08Z</vt:lpwstr>
  </property>
  <property fmtid="{D5CDD505-2E9C-101B-9397-08002B2CF9AE}" pid="4" name="MSIP_Label_b1ec0d89-ee46-4756-8025-832435e8ac0d_Method">
    <vt:lpwstr>Standard</vt:lpwstr>
  </property>
  <property fmtid="{D5CDD505-2E9C-101B-9397-08002B2CF9AE}" pid="5" name="MSIP_Label_b1ec0d89-ee46-4756-8025-832435e8ac0d_Name">
    <vt:lpwstr>WEWNĘTRZNE - INTERNAL</vt:lpwstr>
  </property>
  <property fmtid="{D5CDD505-2E9C-101B-9397-08002B2CF9AE}" pid="6" name="MSIP_Label_b1ec0d89-ee46-4756-8025-832435e8ac0d_SiteId">
    <vt:lpwstr>b25b1fc0-b5da-4257-ac44-879852e63562</vt:lpwstr>
  </property>
  <property fmtid="{D5CDD505-2E9C-101B-9397-08002B2CF9AE}" pid="7" name="MSIP_Label_b1ec0d89-ee46-4756-8025-832435e8ac0d_ActionId">
    <vt:lpwstr>3cee4e94-ba02-4246-a7df-e62657dc8d15</vt:lpwstr>
  </property>
  <property fmtid="{D5CDD505-2E9C-101B-9397-08002B2CF9AE}" pid="8" name="MSIP_Label_b1ec0d89-ee46-4756-8025-832435e8ac0d_ContentBits">
    <vt:lpwstr>0</vt:lpwstr>
  </property>
  <property fmtid="{D5CDD505-2E9C-101B-9397-08002B2CF9AE}" pid="9" name="MSIP_Label_b1ec0d89-ee46-4756-8025-832435e8ac0d_Tag">
    <vt:lpwstr>10, 3, 0, 1</vt:lpwstr>
  </property>
</Properties>
</file>